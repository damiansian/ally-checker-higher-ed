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C6FF"/>
    <a:srgbClr val="14911E"/>
    <a:srgbClr val="FF3C3C"/>
    <a:srgbClr val="569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70"/>
    <p:restoredTop sz="94694"/>
  </p:normalViewPr>
  <p:slideViewPr>
    <p:cSldViewPr snapToGrid="0">
      <p:cViewPr varScale="1">
        <p:scale>
          <a:sx n="103" d="100"/>
          <a:sy n="103" d="100"/>
        </p:scale>
        <p:origin x="8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90E82-B582-0F4E-B2B3-2D64CFCFBDC7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4191A-9A8A-8845-9F9D-290305B59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5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376F-2D97-6933-3213-D18D6B29C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D932A-E1F3-C211-EBF1-E04428197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462B1-C74B-8A3A-C2BA-B7DCCEA1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D2883-B52D-A983-34DB-C8A769AF2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7D07C-BA79-04F5-4C02-DDCCA58C9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5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05C82-1CC3-AC31-E3EF-3F3332F1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A12E9-6CC6-7DC1-FB69-024FDA667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22B81-DBAF-710E-09E0-62ADE8CB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BC3CD-1AC2-93CA-EA97-E6C0162F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6360A-832C-0FB2-73CC-D9BB5B8B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38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0069-965B-FC3E-C472-F8B56E5C5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3BCC6-8485-2AC6-E86D-3B2A2A144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1571A-05B2-E867-C34C-252D2EED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F6E18-5177-3066-F056-97A41D44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96FF5-C79E-9593-22CE-7D054F3F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39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7ECF-CBE3-31EB-B257-262D3B38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CEC65-CABE-D21C-82D9-668597DAC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0E477-1597-A66E-7686-45EA80D73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12B7F-3908-8D67-4F34-0A68FFC8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D5CB9-07F7-4338-4EC5-7CF68C8D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1B9F6-BAD6-7A4E-B5F1-4E691B83A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08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F454-10F6-5770-7E7F-E42ED160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23455-B40D-EDC6-AA9D-6B7091F78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CCC01-6101-C285-06A2-A777C283F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F74A6-FAB5-113F-E770-E6FB93A92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FEE5F-F466-8180-7B3A-5D96E323B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BBE5D-8DD3-CD4C-608C-8E55EE674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BA3A-99A0-FA63-34C1-2F97E910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C5EFD8-024D-EF7F-AD4B-32E93CD3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83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0AE0-C975-BD3B-A2A3-510DE88D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576A1-3776-CE4D-31B1-91A6B176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3A433-52F1-D345-D108-ADFF1723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68C35-D622-203F-B599-5F4637C6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9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7DEAB3-BC18-6BAA-4B89-81707AC0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C35B4-A12C-ABC0-DADB-CBB201B2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75B3F-640B-5A12-B347-B9DCE658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544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2A9A-756C-83FE-77A8-E688DC161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40373-0E3E-82DC-5106-472AFC65F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9C73D-3B2B-7032-EE97-E7B702B4D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991D2-5635-CAC5-64C6-9A59ECA40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59E87-BC6A-3B28-9803-6ABFD3B8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66257-5491-B38B-518F-4F72B8436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35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44DB-11FA-D952-7D77-BE5C88826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E33AEA-F37E-45A9-0E64-4D95FA1E0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4E053-4DA5-068D-3039-5EF0AF62E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22219-5A51-9D04-D782-155E2FA6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F794D-5F01-2983-2071-A8E500C5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2E7E5-0CAA-B92C-5412-45A94E18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5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2B0D-22AC-87C5-5B46-0F716A48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E12D-0058-35B6-25E0-3D3C72C49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DACE2-5F78-C172-F3B2-D5B495B2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FF2F7-D5C2-7F65-2B55-B85670FB1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F9E99-7000-729F-9201-349AC3D7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7EB893-5287-983B-E521-658E97557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34CDB-E575-88E5-DA94-AB3609D5F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D7FA3-36A5-F008-5C10-B57CD7EB8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24CCC-F7C3-03C7-1E7D-8984E15D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0AA96-5BE6-B4FC-269D-F3A97E19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6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AE515B-60CE-BCD6-D7F7-D0B1D1EC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81D3E-3945-75B6-E283-8A13E142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CFAD3-194D-45F8-7C72-056734887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DC69A-EA2F-A746-8DAA-A22638E842CE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AAED0-C625-8FAA-B64A-B143BD63F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50A21-9FBC-667E-3E50-2DFD7891D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25C55-B235-024E-9B59-8C70078C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71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63C078-4362-F287-8078-0461E67CAE73}"/>
              </a:ext>
            </a:extLst>
          </p:cNvPr>
          <p:cNvSpPr txBox="1"/>
          <p:nvPr/>
        </p:nvSpPr>
        <p:spPr>
          <a:xfrm>
            <a:off x="529771" y="747876"/>
            <a:ext cx="102470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+mj-lt"/>
              </a:rPr>
              <a:t>Not a title element </a:t>
            </a:r>
            <a:endParaRPr lang="en-US" sz="4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C7DC2-CEDC-3323-B2E1-57CE3BC7AB6A}"/>
              </a:ext>
            </a:extLst>
          </p:cNvPr>
          <p:cNvSpPr txBox="1"/>
          <p:nvPr/>
        </p:nvSpPr>
        <p:spPr>
          <a:xfrm>
            <a:off x="515256" y="16326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This slide has no title element. If exported to a tagged PDF, this slide would NOT produce an &lt;H2&gt; tag. The MS Accessibility Checker shows an error and provides guidance to set text as a slide title.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1EB21B-126A-AB14-2CB9-5B1BED5D2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655387"/>
              </p:ext>
            </p:extLst>
          </p:nvPr>
        </p:nvGraphicFramePr>
        <p:xfrm>
          <a:off x="737869" y="4926451"/>
          <a:ext cx="5336360" cy="116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358">
                  <a:extLst>
                    <a:ext uri="{9D8B030D-6E8A-4147-A177-3AD203B41FA5}">
                      <a16:colId xmlns:a16="http://schemas.microsoft.com/office/drawing/2014/main" val="1997474820"/>
                    </a:ext>
                  </a:extLst>
                </a:gridCol>
                <a:gridCol w="2767002">
                  <a:extLst>
                    <a:ext uri="{9D8B030D-6E8A-4147-A177-3AD203B41FA5}">
                      <a16:colId xmlns:a16="http://schemas.microsoft.com/office/drawing/2014/main" val="123640046"/>
                    </a:ext>
                  </a:extLst>
                </a:gridCol>
              </a:tblGrid>
              <a:tr h="7715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A11y automated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</a:rPr>
                        <a:t>MS Accessibility checker</a:t>
                      </a:r>
                      <a:endParaRPr lang="en-US" sz="2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2904024515"/>
                  </a:ext>
                </a:extLst>
              </a:tr>
              <a:tr h="3761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  <a:endParaRPr kumimoji="0" lang="en-US" sz="23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8992" marR="128992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3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Detected</a:t>
                      </a:r>
                    </a:p>
                  </a:txBody>
                  <a:tcPr marL="128992" marR="128992" marT="0" marB="0"/>
                </a:tc>
                <a:extLst>
                  <a:ext uri="{0D108BD9-81ED-4DB2-BD59-A6C34878D82A}">
                    <a16:rowId xmlns:a16="http://schemas.microsoft.com/office/drawing/2014/main" val="4046348799"/>
                  </a:ext>
                </a:extLst>
              </a:tr>
            </a:tbl>
          </a:graphicData>
        </a:graphic>
      </p:graphicFrame>
      <p:pic>
        <p:nvPicPr>
          <p:cNvPr id="2" name="Picture 1" descr="Missing slide title UI in checker offers options to set as slide title, add slide title, and add hidden slide title. ">
            <a:extLst>
              <a:ext uri="{FF2B5EF4-FFF2-40B4-BE49-F238E27FC236}">
                <a16:creationId xmlns:a16="http://schemas.microsoft.com/office/drawing/2014/main" id="{1FD909D9-AA52-3BD6-BA3E-7B76D77AE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550" y="1556951"/>
            <a:ext cx="2861946" cy="450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50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AFC9C1-5AB5-042B-2D3A-BB294F58CF5D}"/>
              </a:ext>
            </a:extLst>
          </p:cNvPr>
          <p:cNvSpPr txBox="1"/>
          <p:nvPr/>
        </p:nvSpPr>
        <p:spPr>
          <a:xfrm>
            <a:off x="2001795" y="1495168"/>
            <a:ext cx="8130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text could be a hidden slide title</a:t>
            </a:r>
          </a:p>
        </p:txBody>
      </p:sp>
    </p:spTree>
    <p:extLst>
      <p:ext uri="{BB962C8B-B14F-4D97-AF65-F5344CB8AC3E}">
        <p14:creationId xmlns:p14="http://schemas.microsoft.com/office/powerpoint/2010/main" val="2141671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63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example</dc:title>
  <dc:subject/>
  <dc:creator>Damian Sian</dc:creator>
  <cp:keywords/>
  <dc:description/>
  <cp:lastModifiedBy>Damian Sian</cp:lastModifiedBy>
  <cp:revision>53</cp:revision>
  <dcterms:created xsi:type="dcterms:W3CDTF">2026-02-14T17:40:25Z</dcterms:created>
  <dcterms:modified xsi:type="dcterms:W3CDTF">2026-03-07T20:48:54Z</dcterms:modified>
  <cp:category/>
</cp:coreProperties>
</file>