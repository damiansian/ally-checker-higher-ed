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4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5"/>
    <p:restoredTop sz="94672"/>
  </p:normalViewPr>
  <p:slideViewPr>
    <p:cSldViewPr snapToGrid="0">
      <p:cViewPr varScale="1">
        <p:scale>
          <a:sx n="175" d="100"/>
          <a:sy n="175" d="100"/>
        </p:scale>
        <p:origin x="61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90E82-B582-0F4E-B2B3-2D64CFCFBDC7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4191A-9A8A-8845-9F9D-290305B59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5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4191A-9A8A-8845-9F9D-290305B59B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98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2ED2-9738-A010-2718-E197FE39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5CC7B-106A-F3A4-63C8-7C66DFB38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5A59F-FA75-FAF6-A02E-F9421D6DD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FC0E5-78E8-46B6-A9E3-8F0A3B22A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4191A-9A8A-8845-9F9D-290305B59B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3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376F-2D97-6933-3213-D18D6B29C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D932A-E1F3-C211-EBF1-E04428197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462B1-C74B-8A3A-C2BA-B7DCCEA1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2883-B52D-A983-34DB-C8A769AF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D07C-BA79-04F5-4C02-DDCCA58C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5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5C82-1CC3-AC31-E3EF-3F3332F1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A12E9-6CC6-7DC1-FB69-024FDA66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2B81-DBAF-710E-09E0-62ADE8CB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BC3CD-1AC2-93CA-EA97-E6C0162F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6360A-832C-0FB2-73CC-D9BB5B8B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8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0069-965B-FC3E-C472-F8B56E5C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3BCC6-8485-2AC6-E86D-3B2A2A14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1571A-05B2-E867-C34C-252D2EED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F6E18-5177-3066-F056-97A41D4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6FF5-C79E-9593-22CE-7D054F3F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3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ECF-CBE3-31EB-B257-262D3B38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EC65-CABE-D21C-82D9-668597DAC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0E477-1597-A66E-7686-45EA80D73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12B7F-3908-8D67-4F34-0A68FFC8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5CB9-07F7-4338-4EC5-7CF68C8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B9F6-BAD6-7A4E-B5F1-4E691B83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0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F454-10F6-5770-7E7F-E42ED160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23455-B40D-EDC6-AA9D-6B7091F7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CCC01-6101-C285-06A2-A777C283F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F74A6-FAB5-113F-E770-E6FB93A92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EE5F-F466-8180-7B3A-5D96E323B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BBE5D-8DD3-CD4C-608C-8E55EE67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BA3A-99A0-FA63-34C1-2F97E910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C5EFD8-024D-EF7F-AD4B-32E93CD3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0AE0-C975-BD3B-A2A3-510DE88D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576A1-3776-CE4D-31B1-91A6B176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3A433-52F1-D345-D108-ADFF1723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68C35-D622-203F-B599-5F4637C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DEAB3-BC18-6BAA-4B89-81707AC0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C35B4-A12C-ABC0-DADB-CBB201B2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75B3F-640B-5A12-B347-B9DCE658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4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2A9A-756C-83FE-77A8-E688DC16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0373-0E3E-82DC-5106-472AFC65F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9C73D-3B2B-7032-EE97-E7B702B4D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91D2-5635-CAC5-64C6-9A59ECA4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59E87-BC6A-3B28-9803-6ABFD3B8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66257-5491-B38B-518F-4F72B843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5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44DB-11FA-D952-7D77-BE5C8882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33AEA-F37E-45A9-0E64-4D95FA1E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4E053-4DA5-068D-3039-5EF0AF62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22219-5A51-9D04-D782-155E2FA6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F794D-5F01-2983-2071-A8E500C5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2E7E5-0CAA-B92C-5412-45A94E18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5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2B0D-22AC-87C5-5B46-0F716A48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E12D-0058-35B6-25E0-3D3C72C49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DACE2-5F78-C172-F3B2-D5B495B2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F2F7-D5C2-7F65-2B55-B85670FB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F9E99-7000-729F-9201-349AC3D7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EB893-5287-983B-E521-658E97557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34CDB-E575-88E5-DA94-AB3609D5F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7FA3-36A5-F008-5C10-B57CD7EB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24CCC-F7C3-03C7-1E7D-8984E15D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AA96-5BE6-B4FC-269D-F3A97E19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6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E515B-60CE-BCD6-D7F7-D0B1D1EC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81D3E-3945-75B6-E283-8A13E142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CFAD3-194D-45F8-7C72-056734887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AAED0-C625-8FAA-B64A-B143BD63F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50A21-9FBC-667E-3E50-2DFD7891D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7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F76E-1B98-69F4-41A6-11E41140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 text alternative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4356C-10C2-6B40-7689-9A2589898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25094" cy="12635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is no alt text for this image. </a:t>
            </a:r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B8BA5E-7E44-A0D1-4A70-A8B828DA1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08" y="1776033"/>
            <a:ext cx="3564604" cy="942454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594BD4F-47B6-C19F-EF94-D08A9CD19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75393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369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0ACE-6316-7483-4F1E-9DA88BDF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E1CD-B8FD-A046-A589-0F285552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AI-generated text alternative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89B50-2125-F969-620B-A883AA50C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2509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MS Word guessed the text alternative as “A black background with white text. AI-generated content may be incorrect.”</a:t>
            </a:r>
          </a:p>
          <a:p>
            <a:endParaRPr lang="en-US" dirty="0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8F80D74-DDD8-0E70-86FC-F137C3EA4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187" y="1964328"/>
            <a:ext cx="3458318" cy="914795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D097625-E068-0759-30BD-65B8C3FB2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704100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kern="100" dirty="0">
                          <a:effectLst/>
                        </a:rPr>
                        <a:t>Not </a:t>
                      </a: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02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EC2C-0681-7280-0B78-6EEF1B59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9ECC-FE96-D7EE-8A20-C92F4E94E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be decorative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2DA3-D287-342F-400A-2EB41D188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2509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decorative non-text content should be marked decorative, but it has a text alternative instead.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DD8AFA2-F466-1CCF-5191-1E7EAF9EF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174723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A11y automated checker</a:t>
                      </a:r>
                      <a:endParaRPr lang="en-US" sz="2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kern="100" dirty="0">
                          <a:effectLst/>
                        </a:rPr>
                        <a:t>Not </a:t>
                      </a: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kern="100" dirty="0">
                          <a:effectLst/>
                        </a:rPr>
                        <a:t>Not </a:t>
                      </a:r>
                      <a:r>
                        <a:rPr lang="en-US" sz="23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sp>
        <p:nvSpPr>
          <p:cNvPr id="4" name="Rectangle 3" descr="Red separator bar. ">
            <a:extLst>
              <a:ext uri="{FF2B5EF4-FFF2-40B4-BE49-F238E27FC236}">
                <a16:creationId xmlns:a16="http://schemas.microsoft.com/office/drawing/2014/main" id="{A0A53FB2-C801-505E-6CAE-9A829D7F8E0A}"/>
              </a:ext>
            </a:extLst>
          </p:cNvPr>
          <p:cNvSpPr/>
          <p:nvPr/>
        </p:nvSpPr>
        <p:spPr>
          <a:xfrm>
            <a:off x="6376086" y="2056713"/>
            <a:ext cx="5140411" cy="130433"/>
          </a:xfrm>
          <a:prstGeom prst="rect">
            <a:avLst/>
          </a:prstGeom>
          <a:solidFill>
            <a:srgbClr val="CC0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0BA1A-A634-B41B-DFF1-50AC1E41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A19B-E128-B951-DE71-8E4FE906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Poorly constructed text alternative: vague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B9504-759E-3497-2FC1-A592FFB3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5421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text alternative here just reads “quiz averages.”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F7D5C41-4403-F8E6-36E8-934F09575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584042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pic>
        <p:nvPicPr>
          <p:cNvPr id="6" name="Picture 5" descr="Quiz averages.">
            <a:extLst>
              <a:ext uri="{FF2B5EF4-FFF2-40B4-BE49-F238E27FC236}">
                <a16:creationId xmlns:a16="http://schemas.microsoft.com/office/drawing/2014/main" id="{693D75F0-3072-772C-6496-0899517899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569" y="1626914"/>
            <a:ext cx="63246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4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2FF75-02E8-69FC-28A5-B5D8230B9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6803-05E0-C017-CA86-9F43A669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Dense alt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59D68-451B-DAA3-CEC5-E50C7FC03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5421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text alternative here just reads “Grouped bar graph comparing Quiz 1 and Quiz 2 averages across three sections. Section 1: 85% and 82%. Section 2: 83% and 81%. Section 3: 85% and 82%.”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B4F201A-A69F-9839-947D-9D38E4CBA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54684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A11y automated checker</a:t>
                      </a:r>
                      <a:endParaRPr lang="en-US" sz="2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pic>
        <p:nvPicPr>
          <p:cNvPr id="6" name="Picture 5" descr="Grouped bar graph comparing Quiz 1 and Quiz 2 averages across three sections. Section 1: 85% and 82%. Section 2: 83% and 81%. Section 3: 85% and 82%.">
            <a:extLst>
              <a:ext uri="{FF2B5EF4-FFF2-40B4-BE49-F238E27FC236}">
                <a16:creationId xmlns:a16="http://schemas.microsoft.com/office/drawing/2014/main" id="{4E3C914D-C4DF-6B7F-D88F-1C8F5541E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569" y="1626914"/>
            <a:ext cx="63246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3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EC60-BCC6-F229-D4D8-417BAFC4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5EC3-0380-0BE8-2D67-B206ED8E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Poorly constructed text alternative: inaccurate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57FA9-A70D-BF22-D514-3E507CC9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2509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text alternative here is just the file name “</a:t>
            </a:r>
            <a:r>
              <a:rPr lang="en-US" sz="2400" dirty="0" err="1"/>
              <a:t>RSUNJ_H_RED_BLACK_RGB.png</a:t>
            </a:r>
            <a:r>
              <a:rPr lang="en-US" dirty="0"/>
              <a:t>.”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BC0CCB4-1918-8EEB-B253-8F530796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17000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</a:rPr>
                        <a:t>A11y automated checker</a:t>
                      </a:r>
                      <a:endParaRPr lang="en-US" sz="2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pic>
        <p:nvPicPr>
          <p:cNvPr id="4" name="Picture 3" descr="RSUNJ_H_RED_BLACK_RGB.png">
            <a:extLst>
              <a:ext uri="{FF2B5EF4-FFF2-40B4-BE49-F238E27FC236}">
                <a16:creationId xmlns:a16="http://schemas.microsoft.com/office/drawing/2014/main" id="{DAB54F03-51EE-7512-93E2-B437D3B611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270" y="1953509"/>
            <a:ext cx="3872969" cy="10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63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014D3-5673-933E-A7F8-29C2D795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E95-1B0D-B9AF-E31B-87919B3E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Poorly constructed text alternative: gibberish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EC3BB-0D96-CEEA-4F56-C277DD394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2509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text alternative here is just the file name “</a:t>
            </a:r>
            <a:r>
              <a:rPr lang="en-US" dirty="0" err="1"/>
              <a:t>asldkfjasdlfkj</a:t>
            </a:r>
            <a:r>
              <a:rPr lang="en-US" dirty="0"/>
              <a:t>.”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F9720D3-9091-55A0-90DD-CEA7A0D2D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674446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pic>
        <p:nvPicPr>
          <p:cNvPr id="4" name="Picture 3" descr="asldkfjasdlfkj">
            <a:extLst>
              <a:ext uri="{FF2B5EF4-FFF2-40B4-BE49-F238E27FC236}">
                <a16:creationId xmlns:a16="http://schemas.microsoft.com/office/drawing/2014/main" id="{8745A873-1CBB-7251-F4B5-D2F79AEFA7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270" y="1953509"/>
            <a:ext cx="3872969" cy="10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BD07-1D5D-CC42-CBF1-7815B6C63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8AE6-E43F-1DB7-5930-33DD4C94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Poorly constructed text alternative: placeholder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CECA-525D-2661-F54A-DB2967EFC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25094" cy="3253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text alternative here is just the file name “image.”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1C4F358-F2E8-384F-7205-D428023C2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533915"/>
              </p:ext>
            </p:extLst>
          </p:nvPr>
        </p:nvGraphicFramePr>
        <p:xfrm>
          <a:off x="810440" y="5354380"/>
          <a:ext cx="5804649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831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3009818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Not </a:t>
                      </a: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pic>
        <p:nvPicPr>
          <p:cNvPr id="4" name="Picture 3" descr="asldkfjasdlfkj">
            <a:extLst>
              <a:ext uri="{FF2B5EF4-FFF2-40B4-BE49-F238E27FC236}">
                <a16:creationId xmlns:a16="http://schemas.microsoft.com/office/drawing/2014/main" id="{614A7864-5CF9-526C-0895-3B0EE86DD3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270" y="1953509"/>
            <a:ext cx="3872969" cy="10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36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261</Words>
  <Application>Microsoft Macintosh PowerPoint</Application>
  <PresentationFormat>Widescreen</PresentationFormat>
  <Paragraphs>50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No text alternative</vt:lpstr>
      <vt:lpstr>AI-generated text alternative</vt:lpstr>
      <vt:lpstr>Should be decorative</vt:lpstr>
      <vt:lpstr>Poorly constructed text alternative: vague</vt:lpstr>
      <vt:lpstr>Dense alt text</vt:lpstr>
      <vt:lpstr>Poorly constructed text alternative: inaccurate</vt:lpstr>
      <vt:lpstr>Poorly constructed text alternative: gibberish</vt:lpstr>
      <vt:lpstr>Poorly constructed text alternative: placeholder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Damian Sian</dc:creator>
  <cp:lastModifiedBy>Damian Sian</cp:lastModifiedBy>
  <cp:revision>18</cp:revision>
  <dcterms:created xsi:type="dcterms:W3CDTF">2026-02-14T17:40:25Z</dcterms:created>
  <dcterms:modified xsi:type="dcterms:W3CDTF">2026-03-07T13:16:57Z</dcterms:modified>
</cp:coreProperties>
</file>